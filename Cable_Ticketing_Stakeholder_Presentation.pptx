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🔌 Cable Ticketing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2C39A"/>
                </a:solidFill>
              </a:rPr>
              <a:t>Streamlined Workflow for Cable 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CCCCC"/>
                </a:solidFill>
              </a:rPr>
              <a:t>Built for CoreWeave Deployment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Lamar Wells | Inventory &amp; DevOps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Current State: Communication Chaos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148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Phone calls &amp; emails get lost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2880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No tracking or accountability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55448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Manual follow-ups waste time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343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Zero visibility into request status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5074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No audit trail or history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The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Digital Ticketing Workflow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48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30-second ticket creation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4592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Instant SMS + Email notifications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4592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One-click approve/reject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80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45920" y="4526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Real-time dashboard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5212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257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4592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Complete audit trail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How It Works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Simple 3-Step Process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2057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53D"/>
                </a:solidFill>
              </a:rPr>
              <a:t>Technician Submits Request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Fills out web form with cable type, length, gauge, location, and notes. Takes 30 seconds.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566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5448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53D"/>
                </a:solidFill>
              </a:rPr>
              <a:t>Inventory Staff Receives Notification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931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Gets SMS and email with all details and approve/reject links. No login required.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9377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0292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4983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353D"/>
                </a:solidFill>
              </a:rPr>
              <a:t>System Tracks Everything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53949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Status updates automatically. Creator notified of approval. Full audit trail maintained.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Key Features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Built for Your Team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📱 Mobile-responsive web interface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201168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📧 Email notifications (SendGrid)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💬 SMS notifications (Twilio)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301752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📊 Real-time dashboard &amp; statistics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🔍 Filter by created/assigned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402336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⚡ Priority levels (low/med/high)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2920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212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👥 User management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0" y="5029200"/>
            <a:ext cx="3840480" cy="731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5212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🔐 Secure token-based approvals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Technical Architecture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Production-Ready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18288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94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React 18 • Responsive UI • React Router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8288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Flask • REST API • SQLAlchemy 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18288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PostgreSQL / SQLite • Persistent storage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18288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17520" y="4663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Twilio (SMS) • SendGrid (Email)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5394960"/>
            <a:ext cx="182880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486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DevOps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1752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Docker • Kubernetes • Helm • CoreWeave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Cost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Affordable &amp; Scalable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7315200" cy="73152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Development Cost: $0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Built in-house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353D"/>
                </a:solidFill>
              </a:rPr>
              <a:t>Monthly Production Cost: $15-40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•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3736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CoreWeave (compute + storage)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93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$10-30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Twilio (SMS)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$1 + $0.0075/SMS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5120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5120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SendGrid (Email)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FREE (100/day)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4A4A"/>
                </a:solidFill>
              </a:rPr>
              <a:t>✓ Scales to 100+ users without major cost increase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Security &amp; Compliance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Enterprise-Grade Security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🔒 Password hashing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29768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Industry-standard encryption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🎫 Token-based approvals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One-time use security tokens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☸️ Kubernetes secrets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Secure credential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🔐 Environment variables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4160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No hardcoded credentials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🌐 HTTPS ready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SSL/TLS encryption support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✅ Security audit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97680" y="5532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Clean security scan results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🎬 Live Demo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See it in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Dashboard • Ticket Creation • Approval Workflow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DevOps Benefits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Built with Best Practices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🐳 Fully containerized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404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Docker containers for both services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📦 Helm chart included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Easy Kubernetes 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🚀 CI/CD ready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Automated build &amp; deploy pipeline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📈 Autoscaling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Kubernetes horizontal pod scaling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💚 Health checks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4846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Liveness &amp; readiness probes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532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53D"/>
                </a:solidFill>
              </a:rPr>
              <a:t>📝 Version controlled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</a:rPr>
              <a:t>Git repository with full history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Roadmap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Phase 1 (Q2)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468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File attachments (photos, diagrams)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788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Ticket comments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Advanced search &amp; filtering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Phase 2 (Q3)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4023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Real-time updates (WebSockets)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Analytics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6634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Mobile app (React Native)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Phase 3 (Q4)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55778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Inventory system integration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58978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QR code scanning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6217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Barcode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Success Metrics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Measuring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4592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Request-to-fulfillment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&lt; 24 hours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210312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Tickets per week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6072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Track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Approval 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&gt; 85%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20040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072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Response 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&lt; 2 hours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29768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4592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User adoption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459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100% team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0" y="4297680"/>
            <a:ext cx="365760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6072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53D"/>
                </a:solidFill>
              </a:rPr>
              <a:t>Time saved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6072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5hrs/week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353D"/>
                </a:solidFill>
              </a:rPr>
              <a:t>Next Steps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Deployment Timeline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109728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743200" y="2331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Configure SMS/Email (Twilio + SendGrid)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017520"/>
            <a:ext cx="109728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☸️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Deploy to CoreWeave staging environment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109728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4320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User testing with 5-10 team members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4663440"/>
            <a:ext cx="109728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9456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74320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Production rollout &amp; monitoring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5486400"/>
            <a:ext cx="1097280" cy="5486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623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9456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743200" y="5623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Training sessions &amp;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Questions &amp; Discussion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</a:rPr>
              <a:t>Let's discuss implementation details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🔴 Live demo walkthrough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🔧 Technical deep-dive sessions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🎨 Customization options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DDDD"/>
                </a:solidFill>
              </a:rPr>
              <a:t>🔌 Integration possibilities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</a:rPr>
              <a:t>Contact: lkennethwells@gmail.com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CoreWeave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Cable Ticketing System</dc:title>
  <dc:subject>Stakeholder Presentation</dc:subject>
  <dc:creator>Lamar Wells</dc:creator>
  <cp:lastModifiedBy>Lamar Wells</cp:lastModifiedBy>
  <cp:revision>1</cp:revision>
  <dcterms:created xsi:type="dcterms:W3CDTF">2026-02-10T21:49:17Z</dcterms:created>
  <dcterms:modified xsi:type="dcterms:W3CDTF">2026-02-10T21:49:17Z</dcterms:modified>
</cp:coreProperties>
</file>